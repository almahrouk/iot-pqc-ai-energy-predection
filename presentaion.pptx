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FA7F-08B4-9D32-0513-9E1AB90286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0A988-186E-6EAE-5DE1-278292736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BE4B3-8091-D8E5-6CF2-34C94E32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2600-9AA3-9543-F674-5DD35920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0FD98-7AE7-2F7C-9F1E-34C2E6F0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44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CEA5-347A-5C62-4C1A-5A65C8DF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4AC24-4D1A-32E8-F371-CF3E4AC8A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1F33F-C17A-0FB1-7453-385BB7EBB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31758-1A22-14B8-5C94-EDFD8EB8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1BE77-150C-5ACB-7B75-67E2FA1E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6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3F9F-1B34-1919-4A10-3E82B5E5E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64F81-DEDE-CC5C-9821-9389D9E18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F1184-FBC3-17F1-0842-7C2C797A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5F8A4-8143-6868-8D84-556771EB9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22407-BEE8-082A-E41A-5B4E2C73B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3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CAC9-EB9B-AC6E-A89A-54EEA84F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74B2-07DD-C534-DD89-52CCFBBE9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C2287-5672-E717-A337-8AB6FC8A1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79448-BC47-279D-429F-FAE0718B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E8FBB-F049-C754-B100-0EE6E1C2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56872-1674-B400-16A0-F84C0158B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8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5CF5-DA4D-A6C6-C73A-E8CF7748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84739-1D4D-23A7-B66B-AFC913791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44604-549D-5940-950F-A67EACCF5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32D19-D6EB-CC0A-1383-FC1C27B21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18BD2-17E4-16D1-2E14-EDED58FF1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DC24FF-9B29-B698-CFF8-66E594809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775F30-DFBF-5327-A3E6-98EFCEF4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E8621-D2CC-66BB-F707-D4C5F473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5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6A0D-5BA3-7B6F-A67D-4C79DDD0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09231-1E00-823B-3515-E35A055E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4378B-6D9C-C655-0353-0B13EBBB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16858-5752-2AE9-1889-03290071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7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D1130-8D5E-65E2-8BD1-864054C6D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FC38C-99B6-C96B-70F7-CC8127B7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C4985-2713-4026-D821-5406FFD1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6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809C-3666-D4EC-9C56-A1B7DEAE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65F3F-B315-E7C6-98C1-F9C16B7FB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089AD-8820-8020-1368-FC0E30E0C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C41AB-2C09-7AEB-3508-054BE039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CFDE6-8D70-2052-5B0B-7DD1DE38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83D08-5C0D-173C-FE44-7CE509CD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22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11E1-0224-0BE5-E6D7-904A14C0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F4A504-0355-CA3E-17A4-D4FF558BA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EB6F4-8A38-3568-DDDC-A51E94789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44379-89F5-BC50-2039-E6AA1166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85193-BF96-9AF8-005C-AFC72D7B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D90F3-A65B-0AC1-F407-4912FD9E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4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C369-AAFD-DFF6-0179-B4279B04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4BFFE-49C2-D0DC-D2DC-7AE15C9A5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4EFC7-81F8-9B0E-B0C6-A4A3E3C1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11C47-9365-66C0-AC9B-6C012A8B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C310E-6085-CFF4-3768-9105D5E2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6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F1323-49FD-D1CE-16B6-16F5E9E20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E7374-D702-8E13-D86C-59A6CA154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C7838-74FA-4A85-2BB3-22940821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7AB3C-7FD9-7407-7B23-D1B765A5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9CCE3-29D6-E72E-99B9-86A235AB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3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C0ABC-51F5-A880-1A97-1943C471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EA7D2-D73F-4180-435F-6D9333940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F8306-338D-B694-E69A-34722F2D2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CD1D1-B565-4A86-AECF-3E3E4672ED35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108B3-8EB4-0514-0461-E5AA35D1F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BF170-91BA-B51D-372D-6D101EF25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184F2-83D9-4EB2-93E4-3F7558542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8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000A-8763-2D4B-E270-C6017FB49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58BFE-24B8-FAEB-635B-C20D8620F9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08B90-46DC-D717-AAC5-EC0FE2C8B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87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0C40-F807-05B5-82BD-D3B3A356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C127D1-9CE1-1BC7-8C19-E21D784BC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858" y="0"/>
            <a:ext cx="12304858" cy="6923534"/>
          </a:xfrm>
        </p:spPr>
      </p:pic>
    </p:spTree>
    <p:extLst>
      <p:ext uri="{BB962C8B-B14F-4D97-AF65-F5344CB8AC3E}">
        <p14:creationId xmlns:p14="http://schemas.microsoft.com/office/powerpoint/2010/main" val="318974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0C40-F807-05B5-82BD-D3B3A356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062CA7-78D3-9D61-C481-F534435D7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033"/>
          </a:xfrm>
        </p:spPr>
      </p:pic>
    </p:spTree>
    <p:extLst>
      <p:ext uri="{BB962C8B-B14F-4D97-AF65-F5344CB8AC3E}">
        <p14:creationId xmlns:p14="http://schemas.microsoft.com/office/powerpoint/2010/main" val="116779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0C40-F807-05B5-82BD-D3B3A356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C5F185-2306-9B95-B690-B0F117096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2"/>
          <a:stretch/>
        </p:blipFill>
        <p:spPr>
          <a:xfrm>
            <a:off x="0" y="0"/>
            <a:ext cx="12192000" cy="6705601"/>
          </a:xfrm>
        </p:spPr>
      </p:pic>
    </p:spTree>
    <p:extLst>
      <p:ext uri="{BB962C8B-B14F-4D97-AF65-F5344CB8AC3E}">
        <p14:creationId xmlns:p14="http://schemas.microsoft.com/office/powerpoint/2010/main" val="3962686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Akram Al-Mahrouk</dc:creator>
  <cp:lastModifiedBy>Akram Al-Mahrouk</cp:lastModifiedBy>
  <cp:revision>1</cp:revision>
  <dcterms:created xsi:type="dcterms:W3CDTF">2026-05-29T22:26:11Z</dcterms:created>
  <dcterms:modified xsi:type="dcterms:W3CDTF">2026-05-29T22:29:27Z</dcterms:modified>
</cp:coreProperties>
</file>